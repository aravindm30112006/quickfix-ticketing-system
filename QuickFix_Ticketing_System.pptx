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IbRZO1pn+LRW+eU6Wh46uGZl3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00A896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246888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QUICKFIX</a:t>
            </a: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TICKETING SYSTEM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822960" y="352044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 Mendix low-code mini project for logging, assigning, and resolving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IT &amp; facility support requests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D8D3"/>
                </a:solidFill>
                <a:latin typeface="Calibri"/>
                <a:ea typeface="Calibri"/>
                <a:cs typeface="Calibri"/>
                <a:sym typeface="Calibri"/>
              </a:rPr>
              <a:t>Siemens Internship — Mini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D2E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40080" y="1234440"/>
            <a:ext cx="6035040" cy="4663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 txBox="1"/>
          <p:nvPr/>
        </p:nvSpPr>
        <p:spPr>
          <a:xfrm>
            <a:off x="960120" y="1554480"/>
            <a:ext cx="5486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Employees raise IT and facility issues informally — over email, chat, or in person.</a:t>
            </a:r>
            <a:br>
              <a:rPr b="0" i="0" lang="en-US" sz="160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60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These requests get lost or forgotten, with no record of who reported what, or who's handling it.</a:t>
            </a:r>
            <a:br>
              <a:rPr b="0" i="0" lang="en-US" sz="160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60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Result: delayed resolutions, repeated follow-ups, and zero accountability.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040880" y="1417320"/>
            <a:ext cx="4480560" cy="1417320"/>
          </a:xfrm>
          <a:prstGeom prst="roundRect">
            <a:avLst>
              <a:gd fmla="val 7742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7269480" y="1527048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8595360" y="1527048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BFA"/>
                </a:solidFill>
                <a:latin typeface="Calibri"/>
                <a:ea typeface="Calibri"/>
                <a:cs typeface="Calibri"/>
                <a:sym typeface="Calibri"/>
              </a:rPr>
              <a:t>central record of requests today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040880" y="3108960"/>
            <a:ext cx="4480560" cy="1417320"/>
          </a:xfrm>
          <a:prstGeom prst="roundRect">
            <a:avLst>
              <a:gd fmla="val 7742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7269480" y="3218688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8595360" y="3218688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BFA"/>
                </a:solidFill>
                <a:latin typeface="Calibri"/>
                <a:ea typeface="Calibri"/>
                <a:cs typeface="Calibri"/>
                <a:sym typeface="Calibri"/>
              </a:rPr>
              <a:t>who owns each open issue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040880" y="4800600"/>
            <a:ext cx="4480560" cy="1417320"/>
          </a:xfrm>
          <a:prstGeom prst="roundRect">
            <a:avLst>
              <a:gd fmla="val 7742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7269480" y="4910328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∞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8595360" y="4910328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BFA"/>
                </a:solidFill>
                <a:latin typeface="Calibri"/>
                <a:ea typeface="Calibri"/>
                <a:cs typeface="Calibri"/>
                <a:sym typeface="Calibri"/>
              </a:rPr>
              <a:t>email threads to dig through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D2E"/>
                </a:solidFill>
                <a:latin typeface="Cambria"/>
                <a:ea typeface="Cambria"/>
                <a:cs typeface="Cambria"/>
                <a:sym typeface="Cambria"/>
              </a:rPr>
              <a:t>The Solution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5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4605F"/>
                </a:solidFill>
                <a:latin typeface="Calibri"/>
                <a:ea typeface="Calibri"/>
                <a:cs typeface="Calibri"/>
                <a:sym typeface="Calibri"/>
              </a:rPr>
              <a:t>A centralized Mendix application where every request is logged, assigned, tracked, and closed out.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691640" y="196596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F2D2E"/>
                </a:solidFill>
                <a:latin typeface="Cambria"/>
                <a:ea typeface="Cambria"/>
                <a:cs typeface="Cambria"/>
                <a:sym typeface="Cambria"/>
              </a:rPr>
              <a:t>Centralized Logging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1691640" y="2377440"/>
            <a:ext cx="9326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605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605F"/>
                </a:solidFill>
                <a:latin typeface="Calibri"/>
                <a:ea typeface="Calibri"/>
                <a:cs typeface="Calibri"/>
                <a:sym typeface="Calibri"/>
              </a:rPr>
              <a:t>Employees submit tickets with category, priority, and description through a simple form.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22960" y="347472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 txBox="1"/>
          <p:nvPr/>
        </p:nvSpPr>
        <p:spPr>
          <a:xfrm>
            <a:off x="822960" y="34747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1691640" y="333756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F2D2E"/>
                </a:solidFill>
                <a:latin typeface="Cambria"/>
                <a:ea typeface="Cambria"/>
                <a:cs typeface="Cambria"/>
                <a:sym typeface="Cambria"/>
              </a:rPr>
              <a:t>Assignment &amp; Tracking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1691640" y="3749040"/>
            <a:ext cx="9326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605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605F"/>
                </a:solidFill>
                <a:latin typeface="Calibri"/>
                <a:ea typeface="Calibri"/>
                <a:cs typeface="Calibri"/>
                <a:sym typeface="Calibri"/>
              </a:rPr>
              <a:t>Technicians pick up tickets by specialization; each ticket carries an owner from open to close.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 txBox="1"/>
          <p:nvPr/>
        </p:nvSpPr>
        <p:spPr>
          <a:xfrm>
            <a:off x="822960" y="4846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1691640" y="470916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F2D2E"/>
                </a:solidFill>
                <a:latin typeface="Cambria"/>
                <a:ea typeface="Cambria"/>
                <a:cs typeface="Cambria"/>
                <a:sym typeface="Cambria"/>
              </a:rPr>
              <a:t>Status Visibility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1691640" y="5120640"/>
            <a:ext cx="9326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605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605F"/>
                </a:solidFill>
                <a:latin typeface="Calibri"/>
                <a:ea typeface="Calibri"/>
                <a:cs typeface="Calibri"/>
                <a:sym typeface="Calibri"/>
              </a:rPr>
              <a:t>Everyone sees real-time status — Open, In Progress, Resolved, Closed — no more email digging.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D2E"/>
                </a:solidFill>
                <a:latin typeface="Cambria"/>
                <a:ea typeface="Cambria"/>
                <a:cs typeface="Cambria"/>
                <a:sym typeface="Cambria"/>
              </a:rPr>
              <a:t>Domain Model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48640" y="1371600"/>
            <a:ext cx="237744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548640" y="1371600"/>
            <a:ext cx="2377440" cy="365760"/>
          </a:xfrm>
          <a:prstGeom prst="roundRect">
            <a:avLst>
              <a:gd fmla="val 2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548640" y="1554480"/>
            <a:ext cx="2377440" cy="1828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 txBox="1"/>
          <p:nvPr/>
        </p:nvSpPr>
        <p:spPr>
          <a:xfrm>
            <a:off x="658368" y="1371600"/>
            <a:ext cx="21579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Employee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658368" y="1810512"/>
            <a:ext cx="215798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383280" y="1371600"/>
            <a:ext cx="2743200" cy="27432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3383280" y="1371600"/>
            <a:ext cx="2743200" cy="365760"/>
          </a:xfrm>
          <a:prstGeom prst="roundRect">
            <a:avLst>
              <a:gd fmla="val 20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383280" y="1554480"/>
            <a:ext cx="2743200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 txBox="1"/>
          <p:nvPr/>
        </p:nvSpPr>
        <p:spPr>
          <a:xfrm>
            <a:off x="3493008" y="1371600"/>
            <a:ext cx="2523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Ticket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3493008" y="1810512"/>
            <a:ext cx="2523744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TicketNumber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Subject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Priority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CreatedDate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ResolvedDate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583680" y="1371600"/>
            <a:ext cx="237744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6583680" y="1371600"/>
            <a:ext cx="2377440" cy="365760"/>
          </a:xfrm>
          <a:prstGeom prst="roundRect">
            <a:avLst>
              <a:gd fmla="val 2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583680" y="1554480"/>
            <a:ext cx="2377440" cy="1828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6693408" y="1371600"/>
            <a:ext cx="21579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Technician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6693408" y="1810512"/>
            <a:ext cx="215798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Specialization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383280" y="4480560"/>
            <a:ext cx="274320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383280" y="4480560"/>
            <a:ext cx="2743200" cy="365760"/>
          </a:xfrm>
          <a:prstGeom prst="roundRect">
            <a:avLst>
              <a:gd fmla="val 20000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383280" y="4663440"/>
            <a:ext cx="2743200" cy="182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3493008" y="4480560"/>
            <a:ext cx="2523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TicketUpdate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3493008" y="4919472"/>
            <a:ext cx="252374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Comment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Timestamp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D2E"/>
                </a:solidFill>
                <a:latin typeface="Calibri"/>
                <a:ea typeface="Calibri"/>
                <a:cs typeface="Calibri"/>
                <a:sym typeface="Calibri"/>
              </a:rPr>
              <a:t>UpdatedBy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4"/>
          <p:cNvCxnSpPr/>
          <p:nvPr/>
        </p:nvCxnSpPr>
        <p:spPr>
          <a:xfrm>
            <a:off x="2926080" y="237744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1F2D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" name="Google Shape;85;p4"/>
          <p:cNvSpPr txBox="1"/>
          <p:nvPr/>
        </p:nvSpPr>
        <p:spPr>
          <a:xfrm>
            <a:off x="2743200" y="19659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05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4605F"/>
                </a:solidFill>
                <a:latin typeface="Calibri"/>
                <a:ea typeface="Calibri"/>
                <a:cs typeface="Calibri"/>
                <a:sym typeface="Calibri"/>
              </a:rPr>
              <a:t>raises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4"/>
          <p:cNvCxnSpPr/>
          <p:nvPr/>
        </p:nvCxnSpPr>
        <p:spPr>
          <a:xfrm>
            <a:off x="6126480" y="237744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1F2D2E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" name="Google Shape;87;p4"/>
          <p:cNvSpPr txBox="1"/>
          <p:nvPr/>
        </p:nvSpPr>
        <p:spPr>
          <a:xfrm>
            <a:off x="5943600" y="19659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05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4605F"/>
                </a:solidFill>
                <a:latin typeface="Calibri"/>
                <a:ea typeface="Calibri"/>
                <a:cs typeface="Calibri"/>
                <a:sym typeface="Calibri"/>
              </a:rPr>
              <a:t>assigned 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4"/>
          <p:cNvCxnSpPr/>
          <p:nvPr/>
        </p:nvCxnSpPr>
        <p:spPr>
          <a:xfrm>
            <a:off x="4709160" y="411480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1F2D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" name="Google Shape;89;p4"/>
          <p:cNvSpPr txBox="1"/>
          <p:nvPr/>
        </p:nvSpPr>
        <p:spPr>
          <a:xfrm>
            <a:off x="5029200" y="4160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5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4605F"/>
                </a:solidFill>
                <a:latin typeface="Calibri"/>
                <a:ea typeface="Calibri"/>
                <a:cs typeface="Calibri"/>
                <a:sym typeface="Calibri"/>
              </a:rPr>
              <a:t>has updates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888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C8886"/>
                </a:solidFill>
                <a:latin typeface="Calibri"/>
                <a:ea typeface="Calibri"/>
                <a:cs typeface="Calibri"/>
                <a:sym typeface="Calibri"/>
              </a:rPr>
              <a:t>Note: Employee/Technician can be replaced with Mendix's built-in Administration.Account entity for a simpler build.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D2E"/>
                </a:solidFill>
                <a:latin typeface="Cambria"/>
                <a:ea typeface="Cambria"/>
                <a:cs typeface="Cambria"/>
                <a:sym typeface="Cambria"/>
              </a:rPr>
              <a:t>Ticket Lifecycle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5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4605F"/>
                </a:solidFill>
                <a:latin typeface="Calibri"/>
                <a:ea typeface="Calibri"/>
                <a:cs typeface="Calibri"/>
                <a:sym typeface="Calibri"/>
              </a:rPr>
              <a:t>Every ticket moves through a clear, trackable set of statuses.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77240" y="2834640"/>
            <a:ext cx="2468880" cy="1737360"/>
          </a:xfrm>
          <a:prstGeom prst="roundRect">
            <a:avLst>
              <a:gd fmla="val 5263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914400" y="2926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914400" y="33375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Open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914400" y="379476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Employee submits the ticket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3246120" y="370332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F2D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" name="Google Shape;103;p5"/>
          <p:cNvSpPr/>
          <p:nvPr/>
        </p:nvSpPr>
        <p:spPr>
          <a:xfrm>
            <a:off x="3566160" y="2834640"/>
            <a:ext cx="2468880" cy="1737360"/>
          </a:xfrm>
          <a:prstGeom prst="roundRect">
            <a:avLst>
              <a:gd fmla="val 5263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 txBox="1"/>
          <p:nvPr/>
        </p:nvSpPr>
        <p:spPr>
          <a:xfrm>
            <a:off x="3703320" y="2926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3703320" y="33375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 Progress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3703320" y="379476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Technician assigned &amp; working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5"/>
          <p:cNvCxnSpPr/>
          <p:nvPr/>
        </p:nvCxnSpPr>
        <p:spPr>
          <a:xfrm>
            <a:off x="6035040" y="370332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F2D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" name="Google Shape;108;p5"/>
          <p:cNvSpPr/>
          <p:nvPr/>
        </p:nvSpPr>
        <p:spPr>
          <a:xfrm>
            <a:off x="6355080" y="2834640"/>
            <a:ext cx="2468880" cy="1737360"/>
          </a:xfrm>
          <a:prstGeom prst="roundRect">
            <a:avLst>
              <a:gd fmla="val 5263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6492240" y="2926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6492240" y="33375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Resolved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6492240" y="379476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 applied, awaiting confirmation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8823960" y="370332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F2D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" name="Google Shape;113;p5"/>
          <p:cNvSpPr/>
          <p:nvPr/>
        </p:nvSpPr>
        <p:spPr>
          <a:xfrm>
            <a:off x="9144000" y="2834640"/>
            <a:ext cx="2468880" cy="1737360"/>
          </a:xfrm>
          <a:prstGeom prst="roundRect">
            <a:avLst>
              <a:gd fmla="val 5263" name="adj"/>
            </a:avLst>
          </a:prstGeom>
          <a:solidFill>
            <a:srgbClr val="0259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 txBox="1"/>
          <p:nvPr/>
        </p:nvSpPr>
        <p:spPr>
          <a:xfrm>
            <a:off x="9281160" y="2926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9281160" y="33375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Closed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9281160" y="379476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Confirmed and archived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777240" y="512064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5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4605F"/>
                </a:solidFill>
                <a:latin typeface="Calibri"/>
                <a:ea typeface="Calibri"/>
                <a:cs typeface="Calibri"/>
                <a:sym typeface="Calibri"/>
              </a:rPr>
              <a:t>Driven by microflows: ACT_Ticket_Create → ACT_Ticket_Assign → ACT_Ticket_Resolve → ACT_Ticket_Close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D2E"/>
                </a:solidFill>
                <a:latin typeface="Cambria"/>
                <a:ea typeface="Cambria"/>
                <a:cs typeface="Cambria"/>
                <a:sym typeface="Cambria"/>
              </a:rPr>
              <a:t>Key Pages &amp; Roles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40080" y="1417320"/>
            <a:ext cx="512064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868680" y="16459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1508760" y="161848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F2D2E"/>
                </a:solidFill>
                <a:latin typeface="Cambria"/>
                <a:ea typeface="Cambria"/>
                <a:cs typeface="Cambria"/>
                <a:sym typeface="Cambria"/>
              </a:rPr>
              <a:t>New Ticket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914400" y="224028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605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605F"/>
                </a:solidFill>
                <a:latin typeface="Calibri"/>
                <a:ea typeface="Calibri"/>
                <a:cs typeface="Calibri"/>
                <a:sym typeface="Calibri"/>
              </a:rPr>
              <a:t>Employees submit a request with subject, description, category &amp; priority.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126480" y="1417320"/>
            <a:ext cx="512064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355080" y="16459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6995160" y="161848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F2D2E"/>
                </a:solidFill>
                <a:latin typeface="Cambria"/>
                <a:ea typeface="Cambria"/>
                <a:cs typeface="Cambria"/>
                <a:sym typeface="Cambria"/>
              </a:rPr>
              <a:t>My Tickets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6400800" y="224028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605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605F"/>
                </a:solidFill>
                <a:latin typeface="Calibri"/>
                <a:ea typeface="Calibri"/>
                <a:cs typeface="Calibri"/>
                <a:sym typeface="Calibri"/>
              </a:rPr>
              <a:t>Employees track the tickets they've raised and their live status.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40080" y="3749040"/>
            <a:ext cx="512064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868680" y="397764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1508760" y="395020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F2D2E"/>
                </a:solidFill>
                <a:latin typeface="Cambria"/>
                <a:ea typeface="Cambria"/>
                <a:cs typeface="Cambria"/>
                <a:sym typeface="Cambria"/>
              </a:rPr>
              <a:t>All Tickets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914400" y="457200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605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605F"/>
                </a:solidFill>
                <a:latin typeface="Calibri"/>
                <a:ea typeface="Calibri"/>
                <a:cs typeface="Calibri"/>
                <a:sym typeface="Calibri"/>
              </a:rPr>
              <a:t>Technicians/Admins view, filter, and assign every open ticket.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126480" y="3749040"/>
            <a:ext cx="512064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355080" y="3977640"/>
            <a:ext cx="457200" cy="457200"/>
          </a:xfrm>
          <a:prstGeom prst="ellipse">
            <a:avLst/>
          </a:prstGeom>
          <a:solidFill>
            <a:srgbClr val="0259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6995160" y="395020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F2D2E"/>
                </a:solidFill>
                <a:latin typeface="Cambria"/>
                <a:ea typeface="Cambria"/>
                <a:cs typeface="Cambria"/>
                <a:sym typeface="Cambria"/>
              </a:rPr>
              <a:t>Ticket Detail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6400800" y="457200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605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605F"/>
                </a:solidFill>
                <a:latin typeface="Calibri"/>
                <a:ea typeface="Calibri"/>
                <a:cs typeface="Calibri"/>
                <a:sym typeface="Calibri"/>
              </a:rPr>
              <a:t>Full history, comments, and status actions for a single ticket.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28090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822960" y="64008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 &amp; Future Scope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822960" y="146304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FBF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4FBFA"/>
                </a:solidFill>
                <a:latin typeface="Calibri"/>
                <a:ea typeface="Calibri"/>
                <a:cs typeface="Calibri"/>
                <a:sym typeface="Calibri"/>
              </a:rPr>
              <a:t>This mini project shows how a low-code Mendix app can replace informal, error-prone email requests with a centralized, accountable helpdesk workflow.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822960" y="2724912"/>
            <a:ext cx="164592" cy="1645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1188720" y="265176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Email/SMS notifications on status change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22960" y="3273552"/>
            <a:ext cx="164592" cy="1645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188720" y="320040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 timers &amp; automatic escalation for overdue tickets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22960" y="3822192"/>
            <a:ext cx="164592" cy="1645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1188720" y="374904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Analytics dashboard — average resolution time, tickets by category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22960" y="4370832"/>
            <a:ext cx="164592" cy="1645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1188720" y="429768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base linking common issues to self-service articles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2026-09-14T07:55:10Z</dcterms:created>
  <dc:creator>PptxGenJS</dc:creator>
</cp:coreProperties>
</file>